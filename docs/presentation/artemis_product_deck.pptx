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1A73E8"/>
                </a:solidFill>
                <a:latin typeface="Google Sans"/>
              </a:rPr>
              <a:t>ARTEMIS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91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02020"/>
                </a:solidFill>
                <a:latin typeface="Google Sans"/>
              </a:rPr>
              <a:t>Autonomous AI Assistant for Mobile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14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9688"/>
                </a:solidFill>
                <a:latin typeface="Google Sans"/>
              </a:rPr>
              <a:t>Let AI assistants and test suites use real phones like a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03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66666"/>
                </a:solidFill>
                <a:latin typeface="Google Sans"/>
              </a:rPr>
              <a:t>Bassam S Faraj Jr. · Product Evangelist &amp; Technical Copywriter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Why mobile automation still breaks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Brittle selectors break when buttons move or IDs change.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Custom renderers — Canvas, Compose, Flutter — evade traditional tools.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Cross-app journeys require manual hand-offs and glue scripts.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Transient UI (toasts, auto-fading bars) is impossible to catch reliably.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IDEs lack native device diagnostics: screenshots, logcat, and replay.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Product Lineup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Four interfaces, one autonomous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Web Console — visual test orchestration, live mirroring, and replay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Developer CLI — CI/CD runs, benchmarks, and terminal-first workflows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MCP Server — native IDE control in Antigravity, Claude Code, Windsurf, Codex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Python SDK — embed into pytest or existing automation with typed outputs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Flash &amp; Pro profiles — choose speed or deep planning and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Multimodal perception and closed-loop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Cross-app automation across 20+ apps from natural language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Multimodal targeting: accessibility XML, OCR, and visual grounding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Dynamic-first, coordinate-fallback locator philosophy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Reactive observe-think-act loop with asynchronous history summaries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Click sequences for transient controls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Shared history compression: screenshots fold into visual summaries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02020"/>
                </a:solidFill>
                <a:latin typeface="Google Sans"/>
              </a:rPr>
              <a:t>• Safety Net pre-execution checks for Pro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What engineering and QA teams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Write tests in plain English instead of XPath or coordinates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Run against real devices for production-class confidence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Debug inside your IDE with screenshots and logcat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Plug structured Pydantic outputs directly into CI gates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Compress long session history without losing recall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Reduce maintenance as UI drifts — locators adapt first, fallback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Proof points and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AndroidWorld SOTA: 99%+ task completion across 100+ multi-step tasks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One-click MCP and agent-rule installation for major AI IDEs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Flash Profile: 3–5 seconds per step for routine deterministic work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Pro Profile: 15–40 seconds per step with Planner, Operator, and Checker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Fast-action bursts defeat model turn latency on transient UI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Execution incidents stay in context until recovery succeeds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Evolution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Where ARTEMIS is headed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202020"/>
                </a:solidFill>
                <a:latin typeface="Google Sans"/>
              </a:rPr>
              <a:t>• Android Studio Integration — in-editor debugging and test recording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02020"/>
                </a:solidFill>
                <a:latin typeface="Google Sans"/>
              </a:rPr>
              <a:t>• iOS Platform Expansion — real devices and simulators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02020"/>
                </a:solidFill>
                <a:latin typeface="Google Sans"/>
              </a:rPr>
              <a:t>• On-Device Lightweight VLMs — privacy-first local execution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202020"/>
                </a:solidFill>
                <a:latin typeface="Google Sans"/>
              </a:rPr>
              <a:t>• Real-time Duplex Voice Interaction — hands-free task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Overhead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Doing more with less manual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Flash cuts routine task latency to ~3–5 seconds per step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Pro compresses history instead of truncating it — long tasks stay coherent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Closed-loop recovery reduces flaky reruns and manual intervention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Dynamic-first locators lower selector-maintenance burden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02020"/>
                </a:solidFill>
                <a:latin typeface="Google Sans"/>
              </a:rPr>
              <a:t>• One natural-language prompt replaces many lines of glue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73E8"/>
                </a:solidFill>
                <a:latin typeface="Google San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202020"/>
                </a:solidFill>
                <a:latin typeface="Google Sans"/>
              </a:rPr>
              <a:t>Start automating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Clone the repo and run ./start.sh (macOS/Linux) or start.bat (Windows)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Connect an Android device or emulator with USB debugging enabled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Try: uv run artemis run "Open Settings, find Battery, and report the level" --profile flash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Install MCP configs: uv run artemis mcp --install all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02020"/>
                </a:solidFill>
                <a:latin typeface="Google Sans"/>
              </a:rPr>
              <a:t>• Read the Mobile Testing Mindset at mcp_server/rules.md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760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3E8"/>
                </a:solidFill>
                <a:latin typeface="Google Sans"/>
              </a:rPr>
              <a:t>github.com/google/artemis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Google Sans"/>
              </a:rPr>
              <a:t>ARTEMIS Product Deck · Bassam S Faraj Jr.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